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 to Module 1. Set context: this is the first of ten modules in the AI Security Practitioner certification.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each objective. These map directly to the practical skills assessed in the PBQ.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learners: 10 modules, 5-day instructor-led or 30-40 hours self-paced. This module is 10% of the certification weighting.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the three terms clearly — candidates are frequently tested on precise terminology.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same OWASP-style thinking applies, but attack surface and behaviour are probabilistic, not deterministic.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left to right: user, application layer, LLM, and connected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distinction between user prompts and system prompts — this underpins Module 3 on prompt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context window as a shared buffer; memory as persistence across turns/sessions.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raw model output must be treated as untrusted input to downstream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agentic concepts lightly here — Module 7 goes deep on tool and agent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lifecycle stages; deep dive comes in Module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table is a common exam theme — know it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input validation alone cannot fully constrain natural-language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boundaries are the core mental model of the whole certification — spend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diagram: identify where user, retrieved, and system data cross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each surface; these map to later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scenario as a class — no lab environment required, purely conceptual.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practical skill assessed in the PBQ.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tracing data end-to-end, not just at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learners recognise surfaces in their own organisation's AI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alignment with CREST, CompTIA, and NIST terminology used throughout the certification.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these directly — they are common exam distractors.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quick-reference recap before the knowledge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Module 2: threat modelling builds directly on the architecture and boundaries covered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eight topics and four practical skills before moving to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and preview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64666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PRACTITIONER · MODULE 1 OF 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165774"/>
            <a:ext cx="16874490" cy="179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LLM Security Foundations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52500" y="619266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terminology, and trust boundaries of AI-enabled systems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modern AI and LLM-enabled systems are structured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350" y="2438400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91675" y="2752725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trust boundaries in AI applications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010025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4324350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major components of an AI-enabled application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77350" y="4010025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4324350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AI-specific attack surfaces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CONTEXT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1 sits in the syllabus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3154635" cy="6405563"/>
          </a:xfrm>
          <a:prstGeom prst="roundRect">
            <a:avLst>
              <a:gd name="adj" fmla="val 483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5250656"/>
            <a:ext cx="277858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6825" y="5688806"/>
            <a:ext cx="27785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LLM Foundations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59535" y="2400300"/>
            <a:ext cx="3154710" cy="6405563"/>
          </a:xfrm>
          <a:prstGeom prst="roundRect">
            <a:avLst>
              <a:gd name="adj" fmla="val 483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3860" y="5250656"/>
            <a:ext cx="277866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3860" y="5688806"/>
            <a:ext cx="27786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Modelling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66645" y="2400300"/>
            <a:ext cx="3154635" cy="6405563"/>
          </a:xfrm>
          <a:prstGeom prst="roundRect">
            <a:avLst>
              <a:gd name="adj" fmla="val 483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0970" y="5250656"/>
            <a:ext cx="277858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880970" y="5688806"/>
            <a:ext cx="27785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73680" y="2400300"/>
            <a:ext cx="3154710" cy="6405563"/>
          </a:xfrm>
          <a:prstGeom prst="roundRect">
            <a:avLst>
              <a:gd name="adj" fmla="val 483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88005" y="5250656"/>
            <a:ext cx="277866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188005" y="5688806"/>
            <a:ext cx="27786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4–9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180790" y="2400300"/>
            <a:ext cx="3154710" cy="6405563"/>
          </a:xfrm>
          <a:prstGeom prst="roundRect">
            <a:avLst>
              <a:gd name="adj" fmla="val 483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95115" y="5117306"/>
            <a:ext cx="277866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495115" y="5555456"/>
            <a:ext cx="26022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ML &amp; Reporting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2500" y="9186863"/>
            <a:ext cx="180213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weighting: </a:t>
            </a:r>
            <a:pPr algn="l" indent="0" marL="0">
              <a:buNone/>
            </a:pPr>
            <a:r>
              <a:rPr lang="en-US" sz="22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LLM Security Foundations — 10% </a:t>
            </a:r>
            <a:pPr algn="l" indent="0" marL="0"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certification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ML, LLMs, and Generative AI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5308550" cy="2219325"/>
          </a:xfrm>
          <a:prstGeom prst="roundRect">
            <a:avLst>
              <a:gd name="adj" fmla="val 68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51478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6825" y="3228975"/>
            <a:ext cx="482029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field concerned with systems that perform tasks normally requiring human cognition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489650" y="2438400"/>
            <a:ext cx="5308625" cy="2219325"/>
          </a:xfrm>
          <a:prstGeom prst="roundRect">
            <a:avLst>
              <a:gd name="adj" fmla="val 68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03975" y="2752725"/>
            <a:ext cx="514797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03975" y="3228975"/>
            <a:ext cx="482037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of AI where models learn patterns from data rather than explicit rules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026875" y="2438400"/>
            <a:ext cx="5308550" cy="2219325"/>
          </a:xfrm>
          <a:prstGeom prst="roundRect">
            <a:avLst>
              <a:gd name="adj" fmla="val 68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1200" y="2752725"/>
            <a:ext cx="51478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/ LLMs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1200" y="3228975"/>
            <a:ext cx="482029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that generate novel text, code, or media; LLMs are a generative AI subtype trained on language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Applications vs Traditional Applications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3063255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024188"/>
            <a:ext cx="3063255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533650"/>
            <a:ext cx="285035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015755" y="2400300"/>
            <a:ext cx="5648920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015755" y="3024188"/>
            <a:ext cx="564892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168155" y="2533650"/>
            <a:ext cx="55135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Application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64675" y="2400300"/>
            <a:ext cx="7670825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64675" y="3024188"/>
            <a:ext cx="7670825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9817075" y="2533650"/>
            <a:ext cx="75961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Application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52500" y="3638550"/>
            <a:ext cx="306325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3167063"/>
            <a:ext cx="285035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4015755" y="3638550"/>
            <a:ext cx="564892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4168155" y="3167063"/>
            <a:ext cx="55135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explicit code paths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664675" y="3638550"/>
            <a:ext cx="767082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9817075" y="3167063"/>
            <a:ext cx="7596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Probabilistic, learned behaviour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3648075"/>
            <a:ext cx="3063255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4252913"/>
            <a:ext cx="306325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3781425"/>
            <a:ext cx="285035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handling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4015755" y="3648075"/>
            <a:ext cx="5648920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15755" y="4252913"/>
            <a:ext cx="564892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5" name="Text 23"/>
          <p:cNvSpPr/>
          <p:nvPr/>
        </p:nvSpPr>
        <p:spPr>
          <a:xfrm>
            <a:off x="4168155" y="3781425"/>
            <a:ext cx="55135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validated fields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664675" y="3648075"/>
            <a:ext cx="7670825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664675" y="4252913"/>
            <a:ext cx="767082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9817075" y="3781425"/>
            <a:ext cx="7596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language, unstructured, ambiguous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52500" y="4867275"/>
            <a:ext cx="306325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1104900" y="4395787"/>
            <a:ext cx="285035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4015755" y="4867275"/>
            <a:ext cx="564892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2" name="Text 30"/>
          <p:cNvSpPr/>
          <p:nvPr/>
        </p:nvSpPr>
        <p:spPr>
          <a:xfrm>
            <a:off x="4168155" y="4395787"/>
            <a:ext cx="55135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Crash, exception, error code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664675" y="4867275"/>
            <a:ext cx="767082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9817075" y="4395787"/>
            <a:ext cx="7596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Plausible-sounding but wrong or unsafe output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52500" y="4876800"/>
            <a:ext cx="3063255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" y="5481638"/>
            <a:ext cx="306325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1104900" y="5010150"/>
            <a:ext cx="285035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approach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4015755" y="4876800"/>
            <a:ext cx="5648920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15755" y="5481638"/>
            <a:ext cx="564892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0" name="Text 38"/>
          <p:cNvSpPr/>
          <p:nvPr/>
        </p:nvSpPr>
        <p:spPr>
          <a:xfrm>
            <a:off x="4168155" y="5010150"/>
            <a:ext cx="55135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test cases, regression suites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9664675" y="4876800"/>
            <a:ext cx="7670825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664675" y="5481638"/>
            <a:ext cx="767082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9817075" y="5010150"/>
            <a:ext cx="7596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prompting, scenario-based probing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Application Architecture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496866" cy="1619250"/>
          </a:xfrm>
          <a:prstGeom prst="roundRect">
            <a:avLst>
              <a:gd name="adj" fmla="val 941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414" y="2790825"/>
            <a:ext cx="31550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23414" y="3248025"/>
            <a:ext cx="31550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&amp; queries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9866" y="2476500"/>
            <a:ext cx="493663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247829" y="2476500"/>
            <a:ext cx="3496940" cy="1619250"/>
          </a:xfrm>
          <a:prstGeom prst="roundRect">
            <a:avLst>
              <a:gd name="adj" fmla="val 941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8739" y="2790825"/>
            <a:ext cx="315511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19129" y="3248025"/>
            <a:ext cx="29543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Orchestration, guardrails, session state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35269" y="2476500"/>
            <a:ext cx="493663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543231" y="2476500"/>
            <a:ext cx="3496866" cy="1619250"/>
          </a:xfrm>
          <a:prstGeom prst="roundRect">
            <a:avLst>
              <a:gd name="adj" fmla="val 941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4146" y="2790825"/>
            <a:ext cx="315503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14533" y="3248025"/>
            <a:ext cx="295426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prompt, context window, inference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30597" y="2476500"/>
            <a:ext cx="493663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3838560" y="2476500"/>
            <a:ext cx="3496940" cy="1619250"/>
          </a:xfrm>
          <a:prstGeom prst="roundRect">
            <a:avLst>
              <a:gd name="adj" fmla="val 941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09470" y="2790825"/>
            <a:ext cx="315511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APIs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09861" y="3248025"/>
            <a:ext cx="29543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Plugins, agents, backend services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and System Prompts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1872555"/>
          </a:xfrm>
          <a:prstGeom prst="roundRect">
            <a:avLst>
              <a:gd name="adj" fmla="val 813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81724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6825" y="3228975"/>
            <a:ext cx="76523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instructions set by the application developer that define the model's role, tone, and boundaries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77350" y="2438400"/>
            <a:ext cx="8058150" cy="1872555"/>
          </a:xfrm>
          <a:prstGeom prst="roundRect">
            <a:avLst>
              <a:gd name="adj" fmla="val 813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91675" y="2752725"/>
            <a:ext cx="81724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91675" y="3228975"/>
            <a:ext cx="76523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supplied by the end user at runtime; the primary attacker-controlled surface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4577655"/>
            <a:ext cx="180213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share the same context window — a boundary the model does not enforce on its own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 (CONT.)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Windows and Memory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1872555"/>
          </a:xfrm>
          <a:prstGeom prst="roundRect">
            <a:avLst>
              <a:gd name="adj" fmla="val 813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81724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6825" y="3228975"/>
            <a:ext cx="76523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finite span of tokens (instructions, history, retrieved content) visible to the model at inference time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77350" y="2438400"/>
            <a:ext cx="8058150" cy="1872555"/>
          </a:xfrm>
          <a:prstGeom prst="roundRect">
            <a:avLst>
              <a:gd name="adj" fmla="val 813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91675" y="2752725"/>
            <a:ext cx="81724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91675" y="3228975"/>
            <a:ext cx="76523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333"/>
              </a:lnSpc>
              <a:buNone/>
            </a:pPr>
            <a:r>
              <a:rPr lang="en-US" sz="19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Mechanisms that persist information across turns or sessions — a risk surface covered in Module 4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 (CONT.)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Handling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 is generated text — not a trusted, validated instruction. Applications that render output directly into HTML, execute it, or pass it to a backend action without validation inherit the model's failure modes as their own.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Tools, Plugins, and AI Agents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3952875" cy="1571625"/>
          </a:xfrm>
          <a:prstGeom prst="roundRect">
            <a:avLst>
              <a:gd name="adj" fmla="val 969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36566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66825" y="3162300"/>
            <a:ext cx="34239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programmatic access the model can invoke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95875" y="2438400"/>
            <a:ext cx="3952875" cy="1571625"/>
          </a:xfrm>
          <a:prstGeom prst="roundRect">
            <a:avLst>
              <a:gd name="adj" fmla="val 969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0200" y="2752725"/>
            <a:ext cx="36566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410200" y="3162300"/>
            <a:ext cx="34239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discrete callable function exposed to the model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39250" y="2438400"/>
            <a:ext cx="3952875" cy="1571625"/>
          </a:xfrm>
          <a:prstGeom prst="roundRect">
            <a:avLst>
              <a:gd name="adj" fmla="val 969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3575" y="2752725"/>
            <a:ext cx="36566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53575" y="3162300"/>
            <a:ext cx="34239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extension registered with the application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382625" y="2438400"/>
            <a:ext cx="3952875" cy="1571625"/>
          </a:xfrm>
          <a:prstGeom prst="roundRect">
            <a:avLst>
              <a:gd name="adj" fmla="val 969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96950" y="2752725"/>
            <a:ext cx="36566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696950" y="3162300"/>
            <a:ext cx="34239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given autonomy to plan and chain tool calls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Lifecycle Overview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3154635" cy="1209675"/>
          </a:xfrm>
          <a:prstGeom prst="roundRect">
            <a:avLst>
              <a:gd name="adj" fmla="val 1259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0526" y="2790825"/>
            <a:ext cx="2778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Collection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259535" y="2476500"/>
            <a:ext cx="3154710" cy="1209675"/>
          </a:xfrm>
          <a:prstGeom prst="roundRect">
            <a:avLst>
              <a:gd name="adj" fmla="val 1259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7557" y="2790825"/>
            <a:ext cx="27786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Training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566645" y="2476500"/>
            <a:ext cx="3154635" cy="1209675"/>
          </a:xfrm>
          <a:prstGeom prst="roundRect">
            <a:avLst>
              <a:gd name="adj" fmla="val 1259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671" y="2790825"/>
            <a:ext cx="2778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Evaluation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873680" y="2476500"/>
            <a:ext cx="3154710" cy="1209675"/>
          </a:xfrm>
          <a:prstGeom prst="roundRect">
            <a:avLst>
              <a:gd name="adj" fmla="val 1259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1702" y="2790825"/>
            <a:ext cx="27786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Deployment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4180790" y="2476500"/>
            <a:ext cx="3154710" cy="1209675"/>
          </a:xfrm>
          <a:prstGeom prst="roundRect">
            <a:avLst>
              <a:gd name="adj" fmla="val 1259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57015" y="2790825"/>
            <a:ext cx="260226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Monitoring &amp; Update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2500" y="3952875"/>
            <a:ext cx="180213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introduces distinct security considerations, from data integrity through to drift monitoring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6874490" cy="1476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Risks vs Traditional Application Security Risks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3119438"/>
            <a:ext cx="3255094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743325"/>
            <a:ext cx="3255094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3252788"/>
            <a:ext cx="30479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Category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07594" y="3119438"/>
            <a:ext cx="4960441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207594" y="3743325"/>
            <a:ext cx="4960441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359994" y="3252788"/>
            <a:ext cx="480445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Application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68036" y="3119438"/>
            <a:ext cx="8167464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68036" y="3743325"/>
            <a:ext cx="8167464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9320436" y="3252788"/>
            <a:ext cx="81076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Application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52500" y="4357688"/>
            <a:ext cx="325509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3886200"/>
            <a:ext cx="30479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4207594" y="4357688"/>
            <a:ext cx="496044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4359994" y="3886200"/>
            <a:ext cx="48044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/ command injection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68036" y="4357688"/>
            <a:ext cx="816746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9320436" y="3886200"/>
            <a:ext cx="81076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injection, instruction override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4367213"/>
            <a:ext cx="3255094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4972050"/>
            <a:ext cx="325509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4500563"/>
            <a:ext cx="30479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exposure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4207594" y="4367213"/>
            <a:ext cx="4960441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07594" y="4972050"/>
            <a:ext cx="496044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5" name="Text 23"/>
          <p:cNvSpPr/>
          <p:nvPr/>
        </p:nvSpPr>
        <p:spPr>
          <a:xfrm>
            <a:off x="4359994" y="4500563"/>
            <a:ext cx="48044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leakage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168036" y="4367213"/>
            <a:ext cx="8167464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168036" y="4972050"/>
            <a:ext cx="816746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9320436" y="4500563"/>
            <a:ext cx="81076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memory, or training data leakage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52500" y="5586413"/>
            <a:ext cx="325509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1104900" y="5114925"/>
            <a:ext cx="30479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4207594" y="5586413"/>
            <a:ext cx="496044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2" name="Text 30"/>
          <p:cNvSpPr/>
          <p:nvPr/>
        </p:nvSpPr>
        <p:spPr>
          <a:xfrm>
            <a:off x="4359994" y="5114925"/>
            <a:ext cx="48044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tampering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168036" y="5586413"/>
            <a:ext cx="816746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9320436" y="5114925"/>
            <a:ext cx="81076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poisoning, model drift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52500" y="5595938"/>
            <a:ext cx="3255094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" y="6200775"/>
            <a:ext cx="325509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1104900" y="5729288"/>
            <a:ext cx="30479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4207594" y="5595938"/>
            <a:ext cx="4960441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07594" y="6200775"/>
            <a:ext cx="496044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0" name="Text 38"/>
          <p:cNvSpPr/>
          <p:nvPr/>
        </p:nvSpPr>
        <p:spPr>
          <a:xfrm>
            <a:off x="4359994" y="5729288"/>
            <a:ext cx="48044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authorisation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9168036" y="5595938"/>
            <a:ext cx="8167464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168036" y="6200775"/>
            <a:ext cx="8167464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9320436" y="5729288"/>
            <a:ext cx="81076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Cross-user context bleed, retrieval overreach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 (CONT.)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Controls Fall Short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input cannot be fully enumerated or pattern-matched like structured fields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3633788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948113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behaviour is probabilistic — the same input can yield different outputs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829175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143500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Prompt-based defences (e.g. "ignore malicious instructions") are advisory, not enforced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Trust Boundaries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 boundary marks the point where data crosses from a less trusted context into a more trusted one — e.g. from user input into the system prompt's instruction space, or from retrieved documents into model context.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 (CONT.)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Trust Boundaries in an LLM Application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76500"/>
            <a:ext cx="5334000" cy="1528763"/>
          </a:xfrm>
          <a:prstGeom prst="roundRect">
            <a:avLst>
              <a:gd name="adj" fmla="val 99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90825"/>
            <a:ext cx="51758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66825" y="3157538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input, retrieved documents, third-party tool output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77000" y="2476500"/>
            <a:ext cx="5334000" cy="1528763"/>
          </a:xfrm>
          <a:prstGeom prst="roundRect">
            <a:avLst>
              <a:gd name="adj" fmla="val 99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1325" y="2790825"/>
            <a:ext cx="51758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791325" y="3157538"/>
            <a:ext cx="48465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assembly, context injection point, tool call parsing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001500" y="2476500"/>
            <a:ext cx="5334000" cy="1528763"/>
          </a:xfrm>
          <a:prstGeom prst="roundRect">
            <a:avLst>
              <a:gd name="adj" fmla="val 996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15825" y="2790825"/>
            <a:ext cx="51758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315825" y="3157538"/>
            <a:ext cx="51758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instructions, validated application logic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 (CONT.)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AI-Specific Attack Surfaces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772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76908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and instruction interface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258300" y="2438400"/>
            <a:ext cx="80772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72625" y="2752725"/>
            <a:ext cx="76908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memory handling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3609975"/>
            <a:ext cx="80772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3924300"/>
            <a:ext cx="76908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Tool, plugin, and agent invocation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258300" y="3609975"/>
            <a:ext cx="80772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72625" y="3924300"/>
            <a:ext cx="76908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update pipeline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Controls Fail: A Support Chatbot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324100"/>
            <a:ext cx="16383000" cy="2000250"/>
          </a:xfrm>
          <a:prstGeom prst="roundRect">
            <a:avLst>
              <a:gd name="adj" fmla="val 761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638425"/>
            <a:ext cx="1624584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support assistant accepts free-text input, holds a system prompt with internal policy detail, and can call an order-lookup tool. Consider: which layer is untrusted, where is the trust boundary, and what happens if the model treats retrieved order data as instructions?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AI Application Components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 architecture diagram or description, practise labelling: the user interface, application/orchestration layer, the model itself, and any connected tools or data stores.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Data Flow Through an AI System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 single request: user input → application layer → system prompt assembly → model inference → tool call (if any) → output handling → response to user. Identify where each hop could be observed, altered, or exploited.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AI-Specific Attack Surfaces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 AI feature you assess, ask: what free-text input reaches the model, what context or memory persists, and what actions can the model trigger downstream?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 / CompTIA / NIST Alignment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3473500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024188"/>
            <a:ext cx="34735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533650"/>
            <a:ext cx="327290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26000" y="2400300"/>
            <a:ext cx="12909500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426000" y="3024188"/>
            <a:ext cx="129095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8400" y="2533650"/>
            <a:ext cx="1299198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Framing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3638550"/>
            <a:ext cx="3473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3167063"/>
            <a:ext cx="327290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4426000" y="3638550"/>
            <a:ext cx="12909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8400" y="3167063"/>
            <a:ext cx="1299198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800-207 (Zero Trust) boundary concepts applied to AI data flow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3648075"/>
            <a:ext cx="3473500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4252913"/>
            <a:ext cx="3473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3781425"/>
            <a:ext cx="327290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4426000" y="3648075"/>
            <a:ext cx="12909500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26000" y="4252913"/>
            <a:ext cx="12909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8400" y="3781425"/>
            <a:ext cx="1299198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 practitioner terminology for scope and testing boundaries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4867275"/>
            <a:ext cx="3473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4395787"/>
            <a:ext cx="327290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classification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4426000" y="4867275"/>
            <a:ext cx="12909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8400" y="4395787"/>
            <a:ext cx="1299198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CompTIA Security+ risk categorisation vocabulary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Module 1 Is Not About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security" is not general AI awareness or ethics training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3633788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948113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prompt is not a security control — it is advisory, not enforced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829175"/>
            <a:ext cx="1638300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143500"/>
            <a:ext cx="1624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AppSec knowledge transfers, but does not fully cover AI-specific risk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RECAP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Terminology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3613472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024188"/>
            <a:ext cx="3613472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2533650"/>
            <a:ext cx="341707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65972" y="2400300"/>
            <a:ext cx="12769528" cy="63341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65972" y="3024188"/>
            <a:ext cx="12769528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718372" y="2533650"/>
            <a:ext cx="1284781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3638550"/>
            <a:ext cx="361347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3167063"/>
            <a:ext cx="341707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4565972" y="3638550"/>
            <a:ext cx="1276952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72" y="3167063"/>
            <a:ext cx="1284781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span of tokens visible to the model at inference time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3648075"/>
            <a:ext cx="3613472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4252913"/>
            <a:ext cx="361347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3781425"/>
            <a:ext cx="341707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4565972" y="3648075"/>
            <a:ext cx="12769528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65972" y="4252913"/>
            <a:ext cx="1276952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718372" y="3781425"/>
            <a:ext cx="1284781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where data moves between different levels of trust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4867275"/>
            <a:ext cx="361347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4395787"/>
            <a:ext cx="341707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4565972" y="4867275"/>
            <a:ext cx="1276952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4718372" y="4395787"/>
            <a:ext cx="1284781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given autonomy to plan and invoke tools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500" y="4876800"/>
            <a:ext cx="3613472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52500" y="5481638"/>
            <a:ext cx="3613472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5010150"/>
            <a:ext cx="341707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lifecycle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4565972" y="4876800"/>
            <a:ext cx="12769528" cy="61436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65972" y="5481638"/>
            <a:ext cx="12769528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718372" y="5010150"/>
            <a:ext cx="1284781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from data collection through deployment and monitoring</a:t>
            </a:r>
            <a:endParaRPr lang="en-US" sz="2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175867" y="3793331"/>
            <a:ext cx="39362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128149" y="4274344"/>
            <a:ext cx="403162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3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450272" y="6141244"/>
            <a:ext cx="73874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AI Security Practitioner certification</a:t>
            </a:r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Module 1 Connects to Module 2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(Threat Modelling &amp; Risk Scoping) uses the architecture map and trust boundaries from this module to build a formal threat model and define safe testing scope.</a:t>
            </a:r>
            <a:endParaRPr lang="en-US" sz="2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362200"/>
            <a:ext cx="16383000" cy="3371850"/>
          </a:xfrm>
          <a:prstGeom prst="roundRect">
            <a:avLst>
              <a:gd name="adj" fmla="val 452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676525"/>
            <a:ext cx="16245840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Which of these best describes a trust boundary in an LLM application? </a:t>
            </a:r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Any line of code in the application B. The point where data moves from a less trusted context to a more trusted one C. The model's maximum context length D. The API rate limit</a:t>
            </a:r>
            <a:endParaRPr lang="en-US" sz="2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Summary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1462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applications differ from traditional applications in logic, input handling, and failure modes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57187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88620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architecture spans user, application layer, model, and connected tools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74345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05777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boundaries mark where untrusted data crosses into trusted contexts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91502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6825" y="622935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foundations underpin threat modelling in Module 2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79147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272483"/>
            <a:ext cx="16874490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22"/>
              </a:lnSpc>
              <a:buNone/>
            </a:pPr>
            <a:r>
              <a:rPr lang="en-US" sz="5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AI Threat Modelling &amp; Risk Scoping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52500" y="604785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1 PBQ, Flashcards, Cheat Sheet, and Quiz before continuing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2026-07-27T21:22:37Z</dcterms:created>
  <dcterms:modified xsi:type="dcterms:W3CDTF">2026-07-27T21:22:37Z</dcterms:modified>
</cp:coreProperties>
</file>