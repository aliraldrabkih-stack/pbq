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 covers the Improper Output Handling &amp; Backend Exposure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to the Improper Output Handling &amp; Backend Exposure lab and PBQ.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architecture from Module 1, now focused on backend exposure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concrete example of backend resource exposure via a chat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module's headline lab topic — spend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path traversal-style risks introduced by AI file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agentic actions triggering real backend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trust boundary concept from Module 1, applied to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server-side validation must not trust the AI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filtering as a layered control, not a silver bullet.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topics with detection and monitoring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into the Improper Output Handling &amp; Backend Exposure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testing for backend data exposure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assessing isolation between the AI and application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mitigation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learners to the hands-on lab that accompanies this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learners of assessment weighting to set revision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this question aloud; reveal the answer after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topics and four practical skills before moving to Module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and preview Module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76669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PRACTITIONER · MODULE 5 OF 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285804"/>
            <a:ext cx="1687449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57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 Security &amp; Backend Exposure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607263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 features can expose backend systems, files, APIs, or internal logic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module, you will be able to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unsafe AI-to-backend interactions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277350" y="2438400"/>
            <a:ext cx="8058150" cy="966788"/>
          </a:xfrm>
          <a:prstGeom prst="roundRect">
            <a:avLst>
              <a:gd name="adj" fmla="val 15764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91675" y="2752725"/>
            <a:ext cx="767124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for backend data exposure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weak isolation between the AI layer and application layer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277350" y="3671888"/>
            <a:ext cx="8058150" cy="1304925"/>
          </a:xfrm>
          <a:prstGeom prst="roundRect">
            <a:avLst>
              <a:gd name="adj" fmla="val 116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91675" y="3986213"/>
            <a:ext cx="7671244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controls such as allow-listing, sandboxing, and output validation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Application Architecture Risks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point where the AI layer connects to backend systems — databases, file storage, internal APIs — is a potential path for an attacker to reach resources beyond the AI feature itself.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Resource Exposure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AI feature can read files, query databases, or call internal APIs without adequate restriction, a manipulated prompt can turn that capability into unauthorised access.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Rendering, executing, or acting on model output without validation — e.g. injecting it into HTML, a shell command, or a database query — inherits whatever the model was tricked into producing.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File Access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feature with file read/write capability, if not tightly scoped, can be manipulated into accessing files outside its intended directory or scope.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Backend Actions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model can trigger real backend actions (send an email, update a record, issue a refund), a manipulated prompt can trigger unintended real-world consequences.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Trust Boundaries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API the AI layer can call as if its parameters were attacker-controlled, since a manipulated model can be tricked into supplying them.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Validation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systems must independently validate any action or parameter that originated from, or passed through, the AI layer.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and Output Filtering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both what enters the model and what leaves it reduces — but does not eliminate — the risk of unsafe backend actions.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and Monitoring AI Interactions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prompts, tool calls, and backend actions triggered by the AI layer so anomalous or unauthorised behaviour can be detected and investigated.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 · LAB: IMPROPER OUTPUT HANDLING &amp; BACKEND EXPOSURE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Unsafe AI-to-Backend Interactions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every backend system the AI layer can reach and assess whether each connection is properly scoped and validated.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for Backend Data Exposure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agreed scope, attempt to make the AI feature reveal data or files it should not have access to.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Weak Isolation Between Layers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whether the application layer independently validates every action the AI layer requests, or simply trusts it.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SKILL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Recommending Allow-Listing, Sandboxing &amp; Validation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38400"/>
            <a:ext cx="16383000" cy="1543050"/>
          </a:xfrm>
          <a:prstGeom prst="roundRect">
            <a:avLst>
              <a:gd name="adj" fmla="val 9877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52725"/>
            <a:ext cx="1624584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allow-listing permitted actions, sandboxing file/tool access, and validating output before it reaches any backend system.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4291013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ALIGNMENT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733925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 &amp; Backend Exposure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643563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lab · Medium difficulty · Syllabus area: AI Application Security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7175867" y="3793331"/>
            <a:ext cx="393626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WEIGHTING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185280" y="4274344"/>
            <a:ext cx="391743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957"/>
              </a:lnSpc>
              <a:buNone/>
            </a:pPr>
            <a:r>
              <a:rPr lang="en-US" sz="135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5450272" y="6141244"/>
            <a:ext cx="7387456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AI Security Practitioner certification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CHECK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362200"/>
            <a:ext cx="16383000" cy="3371850"/>
          </a:xfrm>
          <a:prstGeom prst="roundRect">
            <a:avLst>
              <a:gd name="adj" fmla="val 4520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676525"/>
            <a:ext cx="16245840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F5F7FB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Why must backend systems independently validate actions that originated from the AI layer? </a:t>
            </a:r>
            <a:pPr algn="l" indent="0" marL="0">
              <a:lnSpc>
                <a:spcPct val="139130"/>
              </a:lnSpc>
              <a:buNone/>
            </a:pPr>
            <a:r>
              <a:rPr lang="en-US" sz="225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Because the AI layer's parameters may have been manipulated by an attacker via the model B. Because it improves the model's response speed C. Because it is a legal requirement in all jurisdictions D. It is not necessary if the AI layer uses HTTPS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857250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1300163"/>
            <a:ext cx="18021300" cy="757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Summary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52500" y="240030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6825" y="271462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Improper output handling lets model output act directly on backend systems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52500" y="357187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6825" y="388620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every API the AI layer can call as potentially attacker-influenced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4743450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5057775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systems must independently validate AI-originated actions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5915025"/>
            <a:ext cx="16383000" cy="942975"/>
          </a:xfrm>
          <a:prstGeom prst="roundRect">
            <a:avLst>
              <a:gd name="adj" fmla="val 16162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2A2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6825" y="6229350"/>
            <a:ext cx="162458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Allow-listing, sandboxing, and output validation are the core mitigations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6A00">
                  <a:alpha val="16000"/>
                </a:srgbClr>
              </a:gs>
              <a:gs pos="50000">
                <a:srgbClr val="FF6A00">
                  <a:alpha val="0"/>
                </a:srgbClr>
              </a:gs>
            </a:gsLst>
            <a:path path="circle">
              <a:fillToRect l="0" t="0" r="10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952500" y="3875261"/>
            <a:ext cx="1802130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4356274"/>
            <a:ext cx="16874490" cy="1379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782"/>
              </a:lnSpc>
              <a:buNone/>
            </a:pPr>
            <a:r>
              <a:rPr lang="en-US" sz="48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6: RAG, Vector Store &amp; Retrieval Security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52500" y="5964064"/>
            <a:ext cx="1802130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B8C0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Module 5 PBQ, Flashcards, Cheat Sheet, and Quiz before continuing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696450"/>
            <a:ext cx="195650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Cyber Academy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278174" y="9696450"/>
            <a:ext cx="226305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</a:t>
            </a:r>
            <a:pPr algn="l" indent="0" marL="0">
              <a:buNone/>
            </a:pPr>
            <a:r>
              <a:rPr lang="en-US" sz="1650" b="1" spc="150" kern="0" dirty="0">
                <a:solidFill>
                  <a:srgbClr val="889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2026-07-27T21:40:20Z</dcterms:created>
  <dcterms:modified xsi:type="dcterms:W3CDTF">2026-07-27T21:40:20Z</dcterms:modified>
</cp:coreProperties>
</file>