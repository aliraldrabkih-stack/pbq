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 introduces RAG systems and the RAG Access Control &amp; Vector Store Exposure lab (a proposed lab in the syllabus).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RAG Access Control &amp; Vector Store Exposure lab and PBQ.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retrieval-augmented generation at a high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vector databases and embeddings conceptually.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a query becomes an embedding and is matched.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risks introduced at ingestion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retrieval poisoning as an indirect injection 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module's headline lab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Module 4's cross-user exposure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compounded risk when sensitive documents lack retrieval-level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mitigations for this module before the practical skills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into the RAG Access Control &amp; Vector Store Exposure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identifying trust boundaries specific to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testing for unauthorised retrieval within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mitigation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this lab is proposed in the syllabus, not yet an existing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topics and four practical skills before moving to Module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and preview Module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76669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PRACTITIONER · MODULE 6 OF 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285804"/>
            <a:ext cx="16874490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RAG, Vector Store &amp; Retrieval Security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52500" y="607263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Retrieval-Augmented Generation systems introduce new security risks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RAG systems work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35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9167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retrieval trust boundaries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whether users can retrieve unauthorised content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7735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secure document segmentation and access controls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522687" cy="919162"/>
          </a:xfrm>
          <a:prstGeom prst="roundRect">
            <a:avLst>
              <a:gd name="adj" fmla="val 165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123" y="2790825"/>
            <a:ext cx="31834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665687" y="2476500"/>
            <a:ext cx="459284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239271" y="2476500"/>
            <a:ext cx="3522687" cy="919162"/>
          </a:xfrm>
          <a:prstGeom prst="roundRect">
            <a:avLst>
              <a:gd name="adj" fmla="val 165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8894" y="2790825"/>
            <a:ext cx="31834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952458" y="2476500"/>
            <a:ext cx="459284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526042" y="2476500"/>
            <a:ext cx="3522687" cy="919162"/>
          </a:xfrm>
          <a:prstGeom prst="roundRect">
            <a:avLst>
              <a:gd name="adj" fmla="val 165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5665" y="2790825"/>
            <a:ext cx="31834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Injection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239229" y="2476500"/>
            <a:ext cx="459284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3812813" y="2476500"/>
            <a:ext cx="3522687" cy="919162"/>
          </a:xfrm>
          <a:prstGeom prst="roundRect">
            <a:avLst>
              <a:gd name="adj" fmla="val 165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82436" y="2790825"/>
            <a:ext cx="31834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3662362"/>
            <a:ext cx="180213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augments a model's response with content retrieved from an external knowledge source at query time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database stores document content as numerical embeddings, enabling similarity search to find the most relevant content for a given query.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 (CONT.)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and Retrieval Flow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user's query is converted into an embedding, compared against stored document embeddings, and the closest matches are retrieved and injected into the model's context.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Ingestion Risks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added to the knowledge base without validation can introduce malicious or misleading content that later gets retrieved and trusted by the model.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Poisoning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attacker plants crafted content into the retrievable knowledge base so that it is later retrieved and treated as trusted context — a form of indirect prompt injection.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Unauthorised Document Retrieval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retrieval does not enforce per-user or per-tenant access control, a query can surface documents the requester was never authorised to see.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Cross-Tenant Data Retrieval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shared vector stores, weak segmentation between tenants can let one organisation's query retrieve another organisation's documents.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Document Exposure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documents ingested into a knowledge base without proper classification or access tagging can be surfaced to unauthorised users through retrieval.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in RAG Systems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access control at the retrieval layer itself — filtering candidate documents by the requester's authorisation before they ever reach the model's context.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· LAB: RAG ACCESS CONTROL &amp; VECTOR STORE EXPOSURE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How RAG Systems Work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retrieval and generation flow for a given RAG application, identifying where embeddings, vector search, and context injection occur.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Retrieval Trust Boundaries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point where retrieved content — potentially attacker-influenced — crosses into the model's trusted context.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6874490" cy="1476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Whether Users Can Retrieve Unauthorised Content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3157538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3471863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agreed scope, craft queries designed to surface documents outside the test account's authorised access.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Recommending Secure Document Segmentation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per-tenant or per-user segmentation, access-aware retrieval filtering, and classification tagging for ingested documents.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4291013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ALIGNMENT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733925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Access Control &amp; Vector Store Exposure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5643563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lab · Medium difficulty · Syllabus area: RAG Security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175867" y="3793331"/>
            <a:ext cx="39362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610274" y="4274344"/>
            <a:ext cx="306745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3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450272" y="6141244"/>
            <a:ext cx="73874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AI Security Practitioner certification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362200"/>
            <a:ext cx="16383000" cy="3371850"/>
          </a:xfrm>
          <a:prstGeom prst="roundRect">
            <a:avLst>
              <a:gd name="adj" fmla="val 452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676525"/>
            <a:ext cx="16245840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 is retrieval poisoning? </a:t>
            </a:r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 hardware fault in the vector database B. An attacker planting crafted content into the knowledge base so it is later retrieved and trusted C. A user forgetting their search query D. A billing dispute with the RAG vendor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Summary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1462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augments generation with content retrieved from an external knowledge source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57187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88620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poisoning and unauthorised retrieval are the core RAG-specific risks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74345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05777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must be enforced at the retrieval layer itself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91502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6825" y="622935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document segmentation limits cross-tenant exposure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87526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356274"/>
            <a:ext cx="16874490" cy="1379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2"/>
              </a:lnSpc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7: Third-Party, Tool &amp; Agent Security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596406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6 PBQ, Flashcards, Cheat Sheet, and Quiz before continuing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2026-07-27T21:43:28Z</dcterms:created>
  <dcterms:modified xsi:type="dcterms:W3CDTF">2026-07-27T21:43:28Z</dcterms:modified>
</cp:coreProperties>
</file>