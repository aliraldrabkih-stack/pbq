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8 covers the Data Poisoning &amp; AI Decision Manipulation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map to the Data Poisoning &amp; AI Decision Manipulation lab and PBQ.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lifecycle stages from Module 1 before going deeper.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integrity as the core property this module protects.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module's headline lab topic — spend time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validation as the primary mitigation against poisoning.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risks introduced specifically at update/fine-tuning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pipeline security as a software supply chain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registry and CI/CD risk as pipeline-adjacent concerns.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drift as a natural risk, and manipulation as a deliberate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topics with monitoring as the detection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into the Data Poisoning &amp; AI Decision Manipulation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explaining poisoning impact in plain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assessing basic lifecycle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validation and monitoring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learners to the hands-on lab that accompanies this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learners of assessment weighting to set revision priorities.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 this question aloud; reveal the answer after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topics and four practical skills before moving to Module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module and preview Module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3866704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SECURITY PRACTITIONER · MODULE 8 OF 10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4385816"/>
            <a:ext cx="16874490" cy="1358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788"/>
              </a:lnSpc>
              <a:buNone/>
            </a:pPr>
            <a:r>
              <a:rPr lang="en-US" sz="4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Lifecycle, Data Poisoning &amp; Pipeline Security</a:t>
            </a:r>
            <a:endParaRPr lang="en-US" sz="4950" dirty="0"/>
          </a:p>
        </p:txBody>
      </p:sp>
      <p:sp>
        <p:nvSpPr>
          <p:cNvPr id="5" name="Text 3"/>
          <p:cNvSpPr/>
          <p:nvPr/>
        </p:nvSpPr>
        <p:spPr>
          <a:xfrm>
            <a:off x="952500" y="5972621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systems can be compromised through the data, training, and deployment lifecycle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52500" y="9696450"/>
            <a:ext cx="195650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278174" y="9696450"/>
            <a:ext cx="22630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</a:t>
            </a:r>
            <a:pPr algn="l" indent="0" marL="0">
              <a:buNone/>
            </a:pPr>
            <a:r>
              <a:rPr lang="en-US" sz="165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module, you will be able to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8058150" cy="966788"/>
          </a:xfrm>
          <a:prstGeom prst="roundRect">
            <a:avLst>
              <a:gd name="adj" fmla="val 15764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767124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weaknesses in AI training or update pipelines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277350" y="2438400"/>
            <a:ext cx="8058150" cy="966788"/>
          </a:xfrm>
          <a:prstGeom prst="roundRect">
            <a:avLst>
              <a:gd name="adj" fmla="val 15764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91675" y="2752725"/>
            <a:ext cx="767124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poisoned data can influence AI decisions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52500" y="3671888"/>
            <a:ext cx="8058150" cy="966788"/>
          </a:xfrm>
          <a:prstGeom prst="roundRect">
            <a:avLst>
              <a:gd name="adj" fmla="val 15764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6825" y="3986213"/>
            <a:ext cx="767124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basic lifecycle security controls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277350" y="3671888"/>
            <a:ext cx="8058150" cy="966788"/>
          </a:xfrm>
          <a:prstGeom prst="roundRect">
            <a:avLst>
              <a:gd name="adj" fmla="val 15764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91675" y="3986213"/>
            <a:ext cx="767124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validation and monitoring controls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1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 Lifecycle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76500"/>
            <a:ext cx="3154635" cy="1162050"/>
          </a:xfrm>
          <a:prstGeom prst="roundRect">
            <a:avLst>
              <a:gd name="adj" fmla="val 1311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0526" y="2790825"/>
            <a:ext cx="27785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Collection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59535" y="2476500"/>
            <a:ext cx="3154710" cy="1162050"/>
          </a:xfrm>
          <a:prstGeom prst="roundRect">
            <a:avLst>
              <a:gd name="adj" fmla="val 1311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47557" y="2790825"/>
            <a:ext cx="27786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Training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566645" y="2476500"/>
            <a:ext cx="3154635" cy="1162050"/>
          </a:xfrm>
          <a:prstGeom prst="roundRect">
            <a:avLst>
              <a:gd name="adj" fmla="val 1311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54671" y="2790825"/>
            <a:ext cx="27785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Evaluation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873680" y="2476500"/>
            <a:ext cx="3154710" cy="1162050"/>
          </a:xfrm>
          <a:prstGeom prst="roundRect">
            <a:avLst>
              <a:gd name="adj" fmla="val 1311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61702" y="2790825"/>
            <a:ext cx="27786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Deployment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4180790" y="2476500"/>
            <a:ext cx="3154710" cy="1162050"/>
          </a:xfrm>
          <a:prstGeom prst="roundRect">
            <a:avLst>
              <a:gd name="adj" fmla="val 1311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457015" y="2790825"/>
            <a:ext cx="26022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Monitoring &amp; Update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2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 Integrity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trustworthiness of a model's decisions depends on the integrity of the data it was trained or fine-tuned on. Compromised data compromises the model.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3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Poisoning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attacker deliberately introduces manipulated data into a training or fine-tuning set to bias the model's future decisions in their favour.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4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Validation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Verifying the provenance, quality, and consistency of training data before it is used, to catch poisoned or manipulated samples early.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5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Update Risks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or updating a deployed model reopens the training pipeline to the same poisoning risks, if update data is not equally validated.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Insecure Model Pipelines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 in the training, build, or deployment pipeline — unpatched tooling, unauthenticated stages, unreviewed scripts — can let an attacker tamper with the model itself.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7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Registry Risk &amp; CI/CD for AI Systems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00300"/>
            <a:ext cx="2987278" cy="63341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3024188"/>
            <a:ext cx="2987278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1104900" y="2533650"/>
            <a:ext cx="277209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939778" y="2400300"/>
            <a:ext cx="13395722" cy="63341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939778" y="3024188"/>
            <a:ext cx="13395722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4092178" y="2533650"/>
            <a:ext cx="1349279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Concern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2500" y="3638550"/>
            <a:ext cx="2987278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2" name="Text 10"/>
          <p:cNvSpPr/>
          <p:nvPr/>
        </p:nvSpPr>
        <p:spPr>
          <a:xfrm>
            <a:off x="1104900" y="3167063"/>
            <a:ext cx="277209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registry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3939778" y="3638550"/>
            <a:ext cx="13395722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4" name="Text 12"/>
          <p:cNvSpPr/>
          <p:nvPr/>
        </p:nvSpPr>
        <p:spPr>
          <a:xfrm>
            <a:off x="4092178" y="3167063"/>
            <a:ext cx="1349279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attacker replaces or tampers with a stored model artefact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52500" y="3648075"/>
            <a:ext cx="2987278" cy="61436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52500" y="4252913"/>
            <a:ext cx="2987278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" y="3781425"/>
            <a:ext cx="277209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3939778" y="3648075"/>
            <a:ext cx="13395722" cy="61436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939778" y="4252913"/>
            <a:ext cx="13395722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0" name="Text 18"/>
          <p:cNvSpPr/>
          <p:nvPr/>
        </p:nvSpPr>
        <p:spPr>
          <a:xfrm>
            <a:off x="4092178" y="3781425"/>
            <a:ext cx="1349279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attacker injects malicious steps into automated build/deploy processes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8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Drift and Manipulation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is a model's behaviour gradually diverging from its intended baseline over time — whether from natural data shift or deliberate manipulation.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9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Model Behaviour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monitor model outputs and decisions against expected baselines to catch drift, poisoning effects, or manipulation early.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· LAB: DATA POISONING &amp; AI DECISION MANIPULATION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Weaknesses in Training or Update Pipelines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085850"/>
          </a:xfrm>
          <a:prstGeom prst="roundRect">
            <a:avLst>
              <a:gd name="adj" fmla="val 1403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 described training or update pipeline for missing validation, unauthenticated stages, or unreviewed data sources.</a:t>
            </a:r>
            <a:endParaRPr lang="en-US" sz="2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Explaining How Poisoned Data Influences Decisions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 poisoning scenario, explain how the manipulated data biases the model's future output or decisions toward the attacker's goal.</a:t>
            </a:r>
            <a:endParaRPr lang="en-US" sz="2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Basic Lifecycle Security Controls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whether each lifecycle stage — collection, training, evaluation, deployment, monitoring — has an appropriate control in place.</a:t>
            </a:r>
            <a:endParaRPr lang="en-US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Recommending Validation &amp; Monitoring Controls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085850"/>
          </a:xfrm>
          <a:prstGeom prst="roundRect">
            <a:avLst>
              <a:gd name="adj" fmla="val 1403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dataset validation, authenticated pipeline stages, model registry integrity checks, and ongoing behaviour monitoring.</a:t>
            </a:r>
            <a:endParaRPr lang="en-US" sz="2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4291013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ALIGNMENT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4733925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Poisoning &amp; AI Decision Manipulation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5643563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lab · Medium difficulty · Syllabus area: Model Lifecycle Security</a:t>
            </a:r>
            <a:endParaRPr lang="en-US" sz="3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175867" y="3793331"/>
            <a:ext cx="393626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WEIGHTING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128149" y="4274344"/>
            <a:ext cx="4031627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135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5450272" y="6141244"/>
            <a:ext cx="7387456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AI Security Practitioner certification</a:t>
            </a:r>
            <a:endParaRPr lang="en-US" sz="3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Question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362200"/>
            <a:ext cx="16383000" cy="3371850"/>
          </a:xfrm>
          <a:prstGeom prst="roundRect">
            <a:avLst>
              <a:gd name="adj" fmla="val 452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676525"/>
            <a:ext cx="16245840" cy="278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F5F7FB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What is data poisoning? </a:t>
            </a:r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A model producing slower responses over time B. An attacker deliberately introducing manipulated data into a training set to bias future decisions C. A network outage during model training D. A billing dispute with a cloud provider</a:t>
            </a:r>
            <a:endParaRPr lang="en-US" sz="2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Summary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00300"/>
            <a:ext cx="163830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14625"/>
            <a:ext cx="162458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trustworthiness depends on training data integrity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52500" y="3571875"/>
            <a:ext cx="163830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6825" y="3886200"/>
            <a:ext cx="162458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poisoning biases a model's future decisions toward an attacker's goal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52500" y="4743450"/>
            <a:ext cx="163830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6825" y="5057775"/>
            <a:ext cx="162458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Insecure pipelines and registries let attackers tamper with the model itself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5915025"/>
            <a:ext cx="163830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6825" y="6229350"/>
            <a:ext cx="162458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and ongoing monitoring are the primary lifecycle mitigations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3917156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4398169"/>
            <a:ext cx="1687449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45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9: Model Leakage, Model Inversion &amp; Privacy Risks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5922169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Module 8 PBQ, Flashcards, Cheat Sheet, and Quiz before continuing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52500" y="9696450"/>
            <a:ext cx="195650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278174" y="9696450"/>
            <a:ext cx="22630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</a:t>
            </a:r>
            <a:pPr algn="l" indent="0" marL="0">
              <a:buNone/>
            </a:pPr>
            <a:r>
              <a:rPr lang="en-US" sz="165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2026-07-27T21:49:35Z</dcterms:created>
  <dcterms:modified xsi:type="dcterms:W3CDTF">2026-07-27T21:49:35Z</dcterms:modified>
</cp:coreProperties>
</file>