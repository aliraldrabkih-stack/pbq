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10 is the capstone module, covering adversarial ML, reporting, and the final capstone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to the final three labs: Adversarial Input Generation, AI Red Team Reporting, and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adversarial ML as a distinct technical discipline within AI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evasion attacks with a concrete classifier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Generalise evasion attacks to classifier manipulation broadly.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robustness testing as the defensive counterpart to adversarial attack.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the authentication bypass scenario from Module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concrete, exam-relevant scenario for confidence threshold abuse.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reporting half of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theme of the AI Red Team Reporting Scenario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risk rating consistency with the Module 2 likelihood/impact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topics with professional and governance expectations.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into the Adversarial Input Generation &amp; Model Manipulation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explaining robustness weaknesses in reportable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into the AI Red Team Reporting Scenario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capstone as a synthesis of all ten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learners to the three labs that close out the syllabus.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learners of assessment weighting to set revision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 this question aloud; reveal the answer after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topics and practical skills to close the certification syllabus.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full ten-module AI Security Practitioner syllabus.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886721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PRACTITIONER · MODULE 10 OF 10 · CAPSTONE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405833"/>
            <a:ext cx="16874490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29"/>
              </a:lnSpc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ML, Robustness Testing &amp; Reporting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5952604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Manipulating model decisions, testing robustness, and reporting AI security findings professionally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696450"/>
            <a:ext cx="19565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78174" y="9696450"/>
            <a:ext cx="22630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</a:t>
            </a:r>
            <a:pPr algn="l" indent="0" marL="0">
              <a:buNone/>
            </a:pPr>
            <a:r>
              <a:rPr lang="en-US" sz="16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module, you will be able to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simple adversarial input scenarios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77350" y="2438400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91675" y="2752725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model robustness weaknesses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3671888"/>
            <a:ext cx="8058150" cy="1304925"/>
          </a:xfrm>
          <a:prstGeom prst="roundRect">
            <a:avLst>
              <a:gd name="adj" fmla="val 116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3986213"/>
            <a:ext cx="767124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clear evidence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277350" y="3671888"/>
            <a:ext cx="8058150" cy="1304925"/>
          </a:xfrm>
          <a:prstGeom prst="roundRect">
            <a:avLst>
              <a:gd name="adj" fmla="val 116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91675" y="3986213"/>
            <a:ext cx="767124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professional AI security finding and recommend realistic mitigations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Machine Learning Basics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ML studies how deliberately crafted inputs can manipulate a model's decisions, even when those inputs look normal to a human observer.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 Attacks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carefully chosen perturbations to an input cause a model to misclassify it — without the change being obvious to a human reviewer.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Manipulation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attacker deliberately crafts input to push a classifier's decision toward a desired, incorrect outcome — e.g. bypassing a content filter or fraud detector.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Testing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Systematically probing a model with varied and adversarial inputs to assess how reliably it maintains correct behaviour under pressure.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Threshold Abuse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Crafted input pushed just past a model's confidence threshold can force an incorrect approval or classification decision.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Identity Verification Bypass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identity-verification model manipulated with adversarial input may approve an unauthorised match — a serious real-world consequence of robustness failure.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7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Collection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exact input, model response, timestamp, and context for every finding — evidence must be reproducible by another practitioner.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8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Reporting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professional finding states the vulnerability, evidence, business impact, risk rating, and a realistic mitigation — written for both technical and non-technical readers.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9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Rating &amp; Mitigation Advice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each finding using the likelihood/impact model from Module 2, and pair it with mitigation advice that is realistic for the organisation to implement.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10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Disclosure &amp; Governance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 findings through agreed channels and timelines, and consider assurance and governance implications for the organisation adopting the AI system.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· LAB: ADVERSARIAL INPUT GENERATION &amp; MODEL MANIPULATION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Simple Adversarial Input Scenarios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 controlled lab, craft inputs designed to push a target model's decision toward an incorrect outcome.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Model Robustness Weaknesses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successful adversarial test, explain why the model failed and what that reveals about its decision boundary.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· LAB: AI RED TEAM REPORTING SCENARIO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 Professional AI Security Finding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clear evidence and write a finding covering vulnerability, impact, risk rating, and realistic mitigation, suitable for a client report.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743325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· LAB: AI PRACTITIONER CAPSTONE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186238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It All Together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5095875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5410200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capstone lab is a multi-domain assessment drawing on threat modelling, prompt injection, data exposure, backend security, RAG, tool security, lifecycle security, privacy, and adversarial ML — assessed and reported end to end.</a:t>
            </a:r>
            <a:endParaRPr lang="en-US" sz="2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2888456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ALIGNMENT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952500" y="3369469"/>
            <a:ext cx="16383000" cy="1247775"/>
          </a:xfrm>
          <a:prstGeom prst="roundRect">
            <a:avLst>
              <a:gd name="adj" fmla="val 1221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6825" y="3683794"/>
            <a:ext cx="173297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Input Generation &amp; Model Manipulation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66825" y="4055269"/>
            <a:ext cx="17329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· Hard · Adversarial ML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52500" y="4807744"/>
            <a:ext cx="16383000" cy="1247775"/>
          </a:xfrm>
          <a:prstGeom prst="roundRect">
            <a:avLst>
              <a:gd name="adj" fmla="val 1221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5122069"/>
            <a:ext cx="173297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Red Team Reporting Scenario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66825" y="5493544"/>
            <a:ext cx="17329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· Medium · Reporting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52500" y="6246019"/>
            <a:ext cx="16383000" cy="1247775"/>
          </a:xfrm>
          <a:prstGeom prst="roundRect">
            <a:avLst>
              <a:gd name="adj" fmla="val 1221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6825" y="6560344"/>
            <a:ext cx="1732978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Practitioner Capstone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66825" y="6931819"/>
            <a:ext cx="173297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· Hard · Multi-Domain Assessment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175867" y="3793331"/>
            <a:ext cx="393626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WEIGHTING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610274" y="4274344"/>
            <a:ext cx="3067452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3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5450272" y="6141244"/>
            <a:ext cx="7387456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AI Security Practitioner certification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Question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362200"/>
            <a:ext cx="16383000" cy="3371850"/>
          </a:xfrm>
          <a:prstGeom prst="roundRect">
            <a:avLst>
              <a:gd name="adj" fmla="val 452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676525"/>
            <a:ext cx="16245840" cy="278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F5F7F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What must a professional AI security finding include? </a:t>
            </a:r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Only a list of tools used during testing B. Vulnerability, evidence, business impact, risk rating, and realistic mitigation C. The tester's personal opinion of the client D. A guarantee that the system is now fully secure</a:t>
            </a:r>
            <a:endParaRPr lang="en-US" sz="2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Summary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00300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14625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ML manipulates model decisions through deliberately crafted input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3571875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3886200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testing assesses how reliably a model resists that manipulation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500" y="4743450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5057775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reporting ties evidence, impact, risk rating, and mitigation together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5915025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6825" y="6229350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capstone lab synthesises every module into one end-to-end assessment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791471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CONGRATULATIONS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272483"/>
            <a:ext cx="16874490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22"/>
              </a:lnSpc>
              <a:buNone/>
            </a:pPr>
            <a:r>
              <a:rPr lang="en-US" sz="54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Practitioner Syllabus Complete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52500" y="6047854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Module 10 PBQ, Flashcards, Cheat Sheet, and Quiz to finish the certification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696450"/>
            <a:ext cx="19565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78174" y="9696450"/>
            <a:ext cx="22630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</a:t>
            </a:r>
            <a:pPr algn="l" indent="0" marL="0">
              <a:buNone/>
            </a:pPr>
            <a:r>
              <a:rPr lang="en-US" sz="16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2026-07-27T21:55:48Z</dcterms:created>
  <dcterms:modified xsi:type="dcterms:W3CDTF">2026-07-27T21:55:48Z</dcterms:modified>
</cp:coreProperties>
</file>